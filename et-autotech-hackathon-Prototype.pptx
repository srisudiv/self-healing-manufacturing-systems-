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64" r:id="rId2"/>
    <p:sldId id="265" r:id="rId3"/>
    <p:sldId id="268" r:id="rId4"/>
    <p:sldId id="269" r:id="rId5"/>
    <p:sldId id="270" r:id="rId6"/>
    <p:sldId id="266" r:id="rId7"/>
    <p:sldId id="271" r:id="rId8"/>
    <p:sldId id="260" r:id="rId9"/>
    <p:sldId id="273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3" r:id="rId18"/>
    <p:sldId id="272" r:id="rId19"/>
    <p:sldId id="282" r:id="rId20"/>
    <p:sldId id="275" r:id="rId21"/>
    <p:sldId id="259" r:id="rId22"/>
    <p:sldId id="261" r:id="rId23"/>
    <p:sldId id="262" r:id="rId24"/>
    <p:sldId id="263" r:id="rId25"/>
  </p:sldIdLst>
  <p:sldSz cx="9144000" cy="5143500" type="screen16x9"/>
  <p:notesSz cx="6858000" cy="9144000"/>
  <p:embeddedFontLst>
    <p:embeddedFont>
      <p:font typeface="Figtree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94C483-42C4-42E7-A845-D82854BB978D}" v="29" dt="2026-06-04T16:38:27.602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ram s" userId="389be2f46f2a3679" providerId="LiveId" clId="{BB3D3228-8BEB-44B7-9B7B-732E86B3D275}"/>
    <pc:docChg chg="undo custSel addSld delSld modSld sldOrd">
      <pc:chgData name="sriram s" userId="389be2f46f2a3679" providerId="LiveId" clId="{BB3D3228-8BEB-44B7-9B7B-732E86B3D275}" dt="2026-06-04T16:40:08.125" v="1173" actId="207"/>
      <pc:docMkLst>
        <pc:docMk/>
      </pc:docMkLst>
      <pc:sldChg chg="del">
        <pc:chgData name="sriram s" userId="389be2f46f2a3679" providerId="LiveId" clId="{BB3D3228-8BEB-44B7-9B7B-732E86B3D275}" dt="2026-06-04T06:55:52.441" v="75" actId="47"/>
        <pc:sldMkLst>
          <pc:docMk/>
          <pc:sldMk cId="0" sldId="257"/>
        </pc:sldMkLst>
      </pc:sldChg>
      <pc:sldChg chg="del">
        <pc:chgData name="sriram s" userId="389be2f46f2a3679" providerId="LiveId" clId="{BB3D3228-8BEB-44B7-9B7B-732E86B3D275}" dt="2026-06-04T06:56:00.587" v="76" actId="47"/>
        <pc:sldMkLst>
          <pc:docMk/>
          <pc:sldMk cId="0" sldId="258"/>
        </pc:sldMkLst>
      </pc:sldChg>
      <pc:sldChg chg="addSp delSp modSp mod">
        <pc:chgData name="sriram s" userId="389be2f46f2a3679" providerId="LiveId" clId="{BB3D3228-8BEB-44B7-9B7B-732E86B3D275}" dt="2026-06-04T07:49:28.338" v="659" actId="1076"/>
        <pc:sldMkLst>
          <pc:docMk/>
          <pc:sldMk cId="0" sldId="259"/>
        </pc:sldMkLst>
        <pc:picChg chg="add del mod">
          <ac:chgData name="sriram s" userId="389be2f46f2a3679" providerId="LiveId" clId="{BB3D3228-8BEB-44B7-9B7B-732E86B3D275}" dt="2026-06-04T07:49:28.338" v="659" actId="1076"/>
          <ac:picMkLst>
            <pc:docMk/>
            <pc:sldMk cId="0" sldId="259"/>
            <ac:picMk id="3" creationId="{93AA51D3-2F87-18B9-F3AA-D0ACDA12B860}"/>
          </ac:picMkLst>
        </pc:picChg>
      </pc:sldChg>
      <pc:sldChg chg="modSp mod ord modNotes">
        <pc:chgData name="sriram s" userId="389be2f46f2a3679" providerId="LiveId" clId="{BB3D3228-8BEB-44B7-9B7B-732E86B3D275}" dt="2026-06-04T07:06:32.064" v="161" actId="5793"/>
        <pc:sldMkLst>
          <pc:docMk/>
          <pc:sldMk cId="0" sldId="260"/>
        </pc:sldMkLst>
        <pc:spChg chg="mod">
          <ac:chgData name="sriram s" userId="389be2f46f2a3679" providerId="LiveId" clId="{BB3D3228-8BEB-44B7-9B7B-732E86B3D275}" dt="2026-06-04T07:06:04.843" v="145" actId="207"/>
          <ac:spMkLst>
            <pc:docMk/>
            <pc:sldMk cId="0" sldId="260"/>
            <ac:spMk id="78" creationId="{00000000-0000-0000-0000-000000000000}"/>
          </ac:spMkLst>
        </pc:spChg>
        <pc:spChg chg="mod">
          <ac:chgData name="sriram s" userId="389be2f46f2a3679" providerId="LiveId" clId="{BB3D3228-8BEB-44B7-9B7B-732E86B3D275}" dt="2026-06-04T07:06:32.064" v="161" actId="5793"/>
          <ac:spMkLst>
            <pc:docMk/>
            <pc:sldMk cId="0" sldId="260"/>
            <ac:spMk id="79" creationId="{00000000-0000-0000-0000-000000000000}"/>
          </ac:spMkLst>
        </pc:spChg>
      </pc:sldChg>
      <pc:sldChg chg="modSp mod">
        <pc:chgData name="sriram s" userId="389be2f46f2a3679" providerId="LiveId" clId="{BB3D3228-8BEB-44B7-9B7B-732E86B3D275}" dt="2026-06-04T16:20:18.714" v="916" actId="27636"/>
        <pc:sldMkLst>
          <pc:docMk/>
          <pc:sldMk cId="481811263" sldId="264"/>
        </pc:sldMkLst>
        <pc:spChg chg="mod">
          <ac:chgData name="sriram s" userId="389be2f46f2a3679" providerId="LiveId" clId="{BB3D3228-8BEB-44B7-9B7B-732E86B3D275}" dt="2026-06-04T16:03:21.306" v="684" actId="20577"/>
          <ac:spMkLst>
            <pc:docMk/>
            <pc:sldMk cId="481811263" sldId="264"/>
            <ac:spMk id="54" creationId="{DF4787C9-2AB5-6E5F-0296-B416095F2BA6}"/>
          </ac:spMkLst>
        </pc:spChg>
        <pc:spChg chg="mod">
          <ac:chgData name="sriram s" userId="389be2f46f2a3679" providerId="LiveId" clId="{BB3D3228-8BEB-44B7-9B7B-732E86B3D275}" dt="2026-06-04T16:20:18.714" v="916" actId="27636"/>
          <ac:spMkLst>
            <pc:docMk/>
            <pc:sldMk cId="481811263" sldId="264"/>
            <ac:spMk id="55" creationId="{1024702D-A576-9005-B290-0032EBB49DA2}"/>
          </ac:spMkLst>
        </pc:spChg>
      </pc:sldChg>
      <pc:sldChg chg="modSp mod">
        <pc:chgData name="sriram s" userId="389be2f46f2a3679" providerId="LiveId" clId="{BB3D3228-8BEB-44B7-9B7B-732E86B3D275}" dt="2026-06-04T06:48:22.233" v="30" actId="13926"/>
        <pc:sldMkLst>
          <pc:docMk/>
          <pc:sldMk cId="466017075" sldId="265"/>
        </pc:sldMkLst>
        <pc:spChg chg="mod">
          <ac:chgData name="sriram s" userId="389be2f46f2a3679" providerId="LiveId" clId="{BB3D3228-8BEB-44B7-9B7B-732E86B3D275}" dt="2026-06-04T06:48:22.233" v="30" actId="13926"/>
          <ac:spMkLst>
            <pc:docMk/>
            <pc:sldMk cId="466017075" sldId="265"/>
            <ac:spMk id="61" creationId="{B82DABEF-B426-104C-A22D-08ECB98902C3}"/>
          </ac:spMkLst>
        </pc:spChg>
      </pc:sldChg>
      <pc:sldChg chg="ord">
        <pc:chgData name="sriram s" userId="389be2f46f2a3679" providerId="LiveId" clId="{BB3D3228-8BEB-44B7-9B7B-732E86B3D275}" dt="2026-06-04T06:54:21.380" v="74"/>
        <pc:sldMkLst>
          <pc:docMk/>
          <pc:sldMk cId="3126741491" sldId="266"/>
        </pc:sldMkLst>
      </pc:sldChg>
      <pc:sldChg chg="del">
        <pc:chgData name="sriram s" userId="389be2f46f2a3679" providerId="LiveId" clId="{BB3D3228-8BEB-44B7-9B7B-732E86B3D275}" dt="2026-06-04T07:51:58.987" v="660" actId="47"/>
        <pc:sldMkLst>
          <pc:docMk/>
          <pc:sldMk cId="448663584" sldId="267"/>
        </pc:sldMkLst>
      </pc:sldChg>
      <pc:sldChg chg="new del">
        <pc:chgData name="sriram s" userId="389be2f46f2a3679" providerId="LiveId" clId="{BB3D3228-8BEB-44B7-9B7B-732E86B3D275}" dt="2026-06-04T06:43:15.447" v="1" actId="680"/>
        <pc:sldMkLst>
          <pc:docMk/>
          <pc:sldMk cId="383167776" sldId="268"/>
        </pc:sldMkLst>
      </pc:sldChg>
      <pc:sldChg chg="modSp add mod">
        <pc:chgData name="sriram s" userId="389be2f46f2a3679" providerId="LiveId" clId="{BB3D3228-8BEB-44B7-9B7B-732E86B3D275}" dt="2026-06-04T06:49:32.517" v="44" actId="5793"/>
        <pc:sldMkLst>
          <pc:docMk/>
          <pc:sldMk cId="976401059" sldId="268"/>
        </pc:sldMkLst>
        <pc:spChg chg="mod">
          <ac:chgData name="sriram s" userId="389be2f46f2a3679" providerId="LiveId" clId="{BB3D3228-8BEB-44B7-9B7B-732E86B3D275}" dt="2026-06-04T06:49:32.517" v="44" actId="5793"/>
          <ac:spMkLst>
            <pc:docMk/>
            <pc:sldMk cId="976401059" sldId="268"/>
            <ac:spMk id="61" creationId="{06378308-24A4-0412-D0C7-17C3CE7D6B40}"/>
          </ac:spMkLst>
        </pc:spChg>
      </pc:sldChg>
      <pc:sldChg chg="modSp add mod">
        <pc:chgData name="sriram s" userId="389be2f46f2a3679" providerId="LiveId" clId="{BB3D3228-8BEB-44B7-9B7B-732E86B3D275}" dt="2026-06-04T06:51:57.959" v="63" actId="20577"/>
        <pc:sldMkLst>
          <pc:docMk/>
          <pc:sldMk cId="3254848175" sldId="269"/>
        </pc:sldMkLst>
        <pc:spChg chg="mod">
          <ac:chgData name="sriram s" userId="389be2f46f2a3679" providerId="LiveId" clId="{BB3D3228-8BEB-44B7-9B7B-732E86B3D275}" dt="2026-06-04T06:51:57.959" v="63" actId="20577"/>
          <ac:spMkLst>
            <pc:docMk/>
            <pc:sldMk cId="3254848175" sldId="269"/>
            <ac:spMk id="61" creationId="{024FE46C-07D8-3D06-BBAC-13740B80BE87}"/>
          </ac:spMkLst>
        </pc:spChg>
      </pc:sldChg>
      <pc:sldChg chg="modSp add mod">
        <pc:chgData name="sriram s" userId="389be2f46f2a3679" providerId="LiveId" clId="{BB3D3228-8BEB-44B7-9B7B-732E86B3D275}" dt="2026-06-04T06:53:42.483" v="72" actId="20577"/>
        <pc:sldMkLst>
          <pc:docMk/>
          <pc:sldMk cId="2483823411" sldId="270"/>
        </pc:sldMkLst>
        <pc:spChg chg="mod">
          <ac:chgData name="sriram s" userId="389be2f46f2a3679" providerId="LiveId" clId="{BB3D3228-8BEB-44B7-9B7B-732E86B3D275}" dt="2026-06-04T06:53:42.483" v="72" actId="20577"/>
          <ac:spMkLst>
            <pc:docMk/>
            <pc:sldMk cId="2483823411" sldId="270"/>
            <ac:spMk id="61" creationId="{5D56795C-B787-74D9-E26E-AF8513EF11DC}"/>
          </ac:spMkLst>
        </pc:spChg>
      </pc:sldChg>
      <pc:sldChg chg="addSp delSp modSp add mod">
        <pc:chgData name="sriram s" userId="389be2f46f2a3679" providerId="LiveId" clId="{BB3D3228-8BEB-44B7-9B7B-732E86B3D275}" dt="2026-06-04T07:03:59.659" v="126" actId="6549"/>
        <pc:sldMkLst>
          <pc:docMk/>
          <pc:sldMk cId="1773568150" sldId="271"/>
        </pc:sldMkLst>
        <pc:spChg chg="add mod">
          <ac:chgData name="sriram s" userId="389be2f46f2a3679" providerId="LiveId" clId="{BB3D3228-8BEB-44B7-9B7B-732E86B3D275}" dt="2026-06-04T07:03:59.659" v="126" actId="6549"/>
          <ac:spMkLst>
            <pc:docMk/>
            <pc:sldMk cId="1773568150" sldId="271"/>
            <ac:spMk id="3" creationId="{B6BEED42-C364-4E51-60C7-EEAD2A3840D7}"/>
          </ac:spMkLst>
        </pc:spChg>
        <pc:graphicFrameChg chg="add mod modGraphic">
          <ac:chgData name="sriram s" userId="389be2f46f2a3679" providerId="LiveId" clId="{BB3D3228-8BEB-44B7-9B7B-732E86B3D275}" dt="2026-06-04T07:03:48.650" v="123" actId="207"/>
          <ac:graphicFrameMkLst>
            <pc:docMk/>
            <pc:sldMk cId="1773568150" sldId="271"/>
            <ac:graphicFrameMk id="4" creationId="{FA34212A-78AE-8A8F-0C75-DB2008159634}"/>
          </ac:graphicFrameMkLst>
        </pc:graphicFrameChg>
        <pc:picChg chg="del">
          <ac:chgData name="sriram s" userId="389be2f46f2a3679" providerId="LiveId" clId="{BB3D3228-8BEB-44B7-9B7B-732E86B3D275}" dt="2026-06-04T06:57:33.366" v="78" actId="478"/>
          <ac:picMkLst>
            <pc:docMk/>
            <pc:sldMk cId="1773568150" sldId="271"/>
            <ac:picMk id="5" creationId="{1460D2E5-3C09-ACA9-DE1C-552C3E392E95}"/>
          </ac:picMkLst>
        </pc:picChg>
      </pc:sldChg>
      <pc:sldChg chg="modSp add mod ord">
        <pc:chgData name="sriram s" userId="389be2f46f2a3679" providerId="LiveId" clId="{BB3D3228-8BEB-44B7-9B7B-732E86B3D275}" dt="2026-06-04T16:31:11.405" v="1022" actId="14100"/>
        <pc:sldMkLst>
          <pc:docMk/>
          <pc:sldMk cId="2324181290" sldId="272"/>
        </pc:sldMkLst>
        <pc:spChg chg="mod">
          <ac:chgData name="sriram s" userId="389be2f46f2a3679" providerId="LiveId" clId="{BB3D3228-8BEB-44B7-9B7B-732E86B3D275}" dt="2026-06-04T16:31:11.405" v="1022" actId="14100"/>
          <ac:spMkLst>
            <pc:docMk/>
            <pc:sldMk cId="2324181290" sldId="272"/>
            <ac:spMk id="79" creationId="{E81B2FE7-6A8E-9F1C-2822-53DF8692263C}"/>
          </ac:spMkLst>
        </pc:spChg>
      </pc:sldChg>
      <pc:sldChg chg="addSp modSp add mod">
        <pc:chgData name="sriram s" userId="389be2f46f2a3679" providerId="LiveId" clId="{BB3D3228-8BEB-44B7-9B7B-732E86B3D275}" dt="2026-06-04T07:09:15.798" v="205"/>
        <pc:sldMkLst>
          <pc:docMk/>
          <pc:sldMk cId="3471555845" sldId="273"/>
        </pc:sldMkLst>
        <pc:spChg chg="mod">
          <ac:chgData name="sriram s" userId="389be2f46f2a3679" providerId="LiveId" clId="{BB3D3228-8BEB-44B7-9B7B-732E86B3D275}" dt="2026-06-04T07:07:40.752" v="192" actId="20577"/>
          <ac:spMkLst>
            <pc:docMk/>
            <pc:sldMk cId="3471555845" sldId="273"/>
            <ac:spMk id="78" creationId="{4C66BE46-BADE-E09A-F7A7-B630318D04B8}"/>
          </ac:spMkLst>
        </pc:spChg>
        <pc:spChg chg="mod">
          <ac:chgData name="sriram s" userId="389be2f46f2a3679" providerId="LiveId" clId="{BB3D3228-8BEB-44B7-9B7B-732E86B3D275}" dt="2026-06-04T07:09:03.985" v="204" actId="27636"/>
          <ac:spMkLst>
            <pc:docMk/>
            <pc:sldMk cId="3471555845" sldId="273"/>
            <ac:spMk id="79" creationId="{6353BD63-D347-22F5-A3A0-DBDB1C50B1E7}"/>
          </ac:spMkLst>
        </pc:spChg>
        <pc:graphicFrameChg chg="add mod modGraphic">
          <ac:chgData name="sriram s" userId="389be2f46f2a3679" providerId="LiveId" clId="{BB3D3228-8BEB-44B7-9B7B-732E86B3D275}" dt="2026-06-04T07:09:15.798" v="205"/>
          <ac:graphicFrameMkLst>
            <pc:docMk/>
            <pc:sldMk cId="3471555845" sldId="273"/>
            <ac:graphicFrameMk id="2" creationId="{54D4DC85-BACB-46D5-95E6-0EF9F0D0DF17}"/>
          </ac:graphicFrameMkLst>
        </pc:graphicFrameChg>
      </pc:sldChg>
      <pc:sldChg chg="delSp modSp add mod">
        <pc:chgData name="sriram s" userId="389be2f46f2a3679" providerId="LiveId" clId="{BB3D3228-8BEB-44B7-9B7B-732E86B3D275}" dt="2026-06-04T07:42:57.755" v="652" actId="27636"/>
        <pc:sldMkLst>
          <pc:docMk/>
          <pc:sldMk cId="930162523" sldId="274"/>
        </pc:sldMkLst>
        <pc:spChg chg="mod">
          <ac:chgData name="sriram s" userId="389be2f46f2a3679" providerId="LiveId" clId="{BB3D3228-8BEB-44B7-9B7B-732E86B3D275}" dt="2026-06-04T07:10:39.495" v="235" actId="207"/>
          <ac:spMkLst>
            <pc:docMk/>
            <pc:sldMk cId="930162523" sldId="274"/>
            <ac:spMk id="78" creationId="{DD0158DA-50F4-B4A4-9157-2E2555A8DBAC}"/>
          </ac:spMkLst>
        </pc:spChg>
        <pc:spChg chg="mod">
          <ac:chgData name="sriram s" userId="389be2f46f2a3679" providerId="LiveId" clId="{BB3D3228-8BEB-44B7-9B7B-732E86B3D275}" dt="2026-06-04T07:42:57.755" v="652" actId="27636"/>
          <ac:spMkLst>
            <pc:docMk/>
            <pc:sldMk cId="930162523" sldId="274"/>
            <ac:spMk id="79" creationId="{D9B353FF-A4E1-43D1-8BCB-5E1CA92D979F}"/>
          </ac:spMkLst>
        </pc:spChg>
        <pc:graphicFrameChg chg="del">
          <ac:chgData name="sriram s" userId="389be2f46f2a3679" providerId="LiveId" clId="{BB3D3228-8BEB-44B7-9B7B-732E86B3D275}" dt="2026-06-04T07:10:21.458" v="207" actId="478"/>
          <ac:graphicFrameMkLst>
            <pc:docMk/>
            <pc:sldMk cId="930162523" sldId="274"/>
            <ac:graphicFrameMk id="2" creationId="{A4A3830C-8DE3-B686-C2E5-ABA05E57118D}"/>
          </ac:graphicFrameMkLst>
        </pc:graphicFrameChg>
      </pc:sldChg>
      <pc:sldChg chg="modSp add mod">
        <pc:chgData name="sriram s" userId="389be2f46f2a3679" providerId="LiveId" clId="{BB3D3228-8BEB-44B7-9B7B-732E86B3D275}" dt="2026-06-04T16:40:08.125" v="1173" actId="207"/>
        <pc:sldMkLst>
          <pc:docMk/>
          <pc:sldMk cId="683463890" sldId="275"/>
        </pc:sldMkLst>
        <pc:spChg chg="mod">
          <ac:chgData name="sriram s" userId="389be2f46f2a3679" providerId="LiveId" clId="{BB3D3228-8BEB-44B7-9B7B-732E86B3D275}" dt="2026-06-04T16:36:56.839" v="1129" actId="313"/>
          <ac:spMkLst>
            <pc:docMk/>
            <pc:sldMk cId="683463890" sldId="275"/>
            <ac:spMk id="78" creationId="{E31FA217-F726-0BA1-135A-D6C7DB3FEAE5}"/>
          </ac:spMkLst>
        </pc:spChg>
        <pc:spChg chg="mod">
          <ac:chgData name="sriram s" userId="389be2f46f2a3679" providerId="LiveId" clId="{BB3D3228-8BEB-44B7-9B7B-732E86B3D275}" dt="2026-06-04T16:40:08.125" v="1173" actId="207"/>
          <ac:spMkLst>
            <pc:docMk/>
            <pc:sldMk cId="683463890" sldId="275"/>
            <ac:spMk id="79" creationId="{B8E3C3AA-FF43-2961-6B0D-8135C5CE7AA4}"/>
          </ac:spMkLst>
        </pc:spChg>
      </pc:sldChg>
      <pc:sldChg chg="addSp delSp modSp add mod">
        <pc:chgData name="sriram s" userId="389be2f46f2a3679" providerId="LiveId" clId="{BB3D3228-8BEB-44B7-9B7B-732E86B3D275}" dt="2026-06-04T16:13:18.881" v="762" actId="27636"/>
        <pc:sldMkLst>
          <pc:docMk/>
          <pc:sldMk cId="587612118" sldId="276"/>
        </pc:sldMkLst>
        <pc:spChg chg="mod">
          <ac:chgData name="sriram s" userId="389be2f46f2a3679" providerId="LiveId" clId="{BB3D3228-8BEB-44B7-9B7B-732E86B3D275}" dt="2026-06-04T16:13:18.881" v="762" actId="27636"/>
          <ac:spMkLst>
            <pc:docMk/>
            <pc:sldMk cId="587612118" sldId="276"/>
            <ac:spMk id="79" creationId="{CB5413D6-9EBB-35FD-2A4E-342C9CD591B4}"/>
          </ac:spMkLst>
        </pc:spChg>
        <pc:picChg chg="add del mod">
          <ac:chgData name="sriram s" userId="389be2f46f2a3679" providerId="LiveId" clId="{BB3D3228-8BEB-44B7-9B7B-732E86B3D275}" dt="2026-06-04T07:34:18.414" v="638" actId="478"/>
          <ac:picMkLst>
            <pc:docMk/>
            <pc:sldMk cId="587612118" sldId="276"/>
            <ac:picMk id="3" creationId="{20B0D84A-F71C-5258-E61A-85664212BAB0}"/>
          </ac:picMkLst>
        </pc:picChg>
        <pc:picChg chg="add del mod">
          <ac:chgData name="sriram s" userId="389be2f46f2a3679" providerId="LiveId" clId="{BB3D3228-8BEB-44B7-9B7B-732E86B3D275}" dt="2026-06-04T07:34:20.773" v="639" actId="478"/>
          <ac:picMkLst>
            <pc:docMk/>
            <pc:sldMk cId="587612118" sldId="276"/>
            <ac:picMk id="5" creationId="{10A0622B-6D4A-C03C-191E-F1BDA598A353}"/>
          </ac:picMkLst>
        </pc:picChg>
        <pc:picChg chg="add del mod">
          <ac:chgData name="sriram s" userId="389be2f46f2a3679" providerId="LiveId" clId="{BB3D3228-8BEB-44B7-9B7B-732E86B3D275}" dt="2026-06-04T07:34:22.781" v="640" actId="478"/>
          <ac:picMkLst>
            <pc:docMk/>
            <pc:sldMk cId="587612118" sldId="276"/>
            <ac:picMk id="7" creationId="{166B71E7-B6D7-953A-63E0-D2313C635CDD}"/>
          </ac:picMkLst>
        </pc:picChg>
      </pc:sldChg>
      <pc:sldChg chg="addSp delSp modSp add mod ord">
        <pc:chgData name="sriram s" userId="389be2f46f2a3679" providerId="LiveId" clId="{BB3D3228-8BEB-44B7-9B7B-732E86B3D275}" dt="2026-06-04T16:16:51.299" v="878" actId="1076"/>
        <pc:sldMkLst>
          <pc:docMk/>
          <pc:sldMk cId="3855779747" sldId="277"/>
        </pc:sldMkLst>
        <pc:spChg chg="mod">
          <ac:chgData name="sriram s" userId="389be2f46f2a3679" providerId="LiveId" clId="{BB3D3228-8BEB-44B7-9B7B-732E86B3D275}" dt="2026-06-04T16:16:30.077" v="874" actId="20577"/>
          <ac:spMkLst>
            <pc:docMk/>
            <pc:sldMk cId="3855779747" sldId="277"/>
            <ac:spMk id="79" creationId="{68C12D49-1AD9-29EC-5ADD-D1505CB65610}"/>
          </ac:spMkLst>
        </pc:spChg>
        <pc:picChg chg="del mod">
          <ac:chgData name="sriram s" userId="389be2f46f2a3679" providerId="LiveId" clId="{BB3D3228-8BEB-44B7-9B7B-732E86B3D275}" dt="2026-06-04T16:07:07.120" v="704" actId="478"/>
          <ac:picMkLst>
            <pc:docMk/>
            <pc:sldMk cId="3855779747" sldId="277"/>
            <ac:picMk id="3" creationId="{14ED4C53-5500-34FB-0B37-9B03A72DFD75}"/>
          </ac:picMkLst>
        </pc:picChg>
        <pc:picChg chg="add del mod">
          <ac:chgData name="sriram s" userId="389be2f46f2a3679" providerId="LiveId" clId="{BB3D3228-8BEB-44B7-9B7B-732E86B3D275}" dt="2026-06-04T16:14:16.990" v="809" actId="21"/>
          <ac:picMkLst>
            <pc:docMk/>
            <pc:sldMk cId="3855779747" sldId="277"/>
            <ac:picMk id="4" creationId="{0CF28E7D-1C27-1088-464D-793089E1A0BB}"/>
          </ac:picMkLst>
        </pc:picChg>
        <pc:picChg chg="del">
          <ac:chgData name="sriram s" userId="389be2f46f2a3679" providerId="LiveId" clId="{BB3D3228-8BEB-44B7-9B7B-732E86B3D275}" dt="2026-06-04T07:32:25.938" v="475" actId="478"/>
          <ac:picMkLst>
            <pc:docMk/>
            <pc:sldMk cId="3855779747" sldId="277"/>
            <ac:picMk id="5" creationId="{FECD6D00-CA39-67F8-8C31-AD477B77F50B}"/>
          </ac:picMkLst>
        </pc:picChg>
        <pc:picChg chg="add mod">
          <ac:chgData name="sriram s" userId="389be2f46f2a3679" providerId="LiveId" clId="{BB3D3228-8BEB-44B7-9B7B-732E86B3D275}" dt="2026-06-04T16:16:47.187" v="877" actId="1076"/>
          <ac:picMkLst>
            <pc:docMk/>
            <pc:sldMk cId="3855779747" sldId="277"/>
            <ac:picMk id="6" creationId="{F5C74F46-8B9A-1418-DD5F-18ADC30CA0DB}"/>
          </ac:picMkLst>
        </pc:picChg>
        <pc:picChg chg="del">
          <ac:chgData name="sriram s" userId="389be2f46f2a3679" providerId="LiveId" clId="{BB3D3228-8BEB-44B7-9B7B-732E86B3D275}" dt="2026-06-04T07:32:28.141" v="476" actId="478"/>
          <ac:picMkLst>
            <pc:docMk/>
            <pc:sldMk cId="3855779747" sldId="277"/>
            <ac:picMk id="7" creationId="{0B7F9090-8D58-91A5-6DDE-CDCFEFDBCC36}"/>
          </ac:picMkLst>
        </pc:picChg>
        <pc:picChg chg="add mod">
          <ac:chgData name="sriram s" userId="389be2f46f2a3679" providerId="LiveId" clId="{BB3D3228-8BEB-44B7-9B7B-732E86B3D275}" dt="2026-06-04T16:16:51.299" v="878" actId="1076"/>
          <ac:picMkLst>
            <pc:docMk/>
            <pc:sldMk cId="3855779747" sldId="277"/>
            <ac:picMk id="8" creationId="{B2A7CF94-4655-F590-B84E-B00C9A28C45D}"/>
          </ac:picMkLst>
        </pc:picChg>
      </pc:sldChg>
      <pc:sldChg chg="addSp delSp modSp add mod">
        <pc:chgData name="sriram s" userId="389be2f46f2a3679" providerId="LiveId" clId="{BB3D3228-8BEB-44B7-9B7B-732E86B3D275}" dt="2026-06-04T16:12:21.337" v="757" actId="478"/>
        <pc:sldMkLst>
          <pc:docMk/>
          <pc:sldMk cId="92292366" sldId="278"/>
        </pc:sldMkLst>
        <pc:spChg chg="mod">
          <ac:chgData name="sriram s" userId="389be2f46f2a3679" providerId="LiveId" clId="{BB3D3228-8BEB-44B7-9B7B-732E86B3D275}" dt="2026-06-04T16:08:11.190" v="741" actId="6549"/>
          <ac:spMkLst>
            <pc:docMk/>
            <pc:sldMk cId="92292366" sldId="278"/>
            <ac:spMk id="79" creationId="{5D292BF3-DD64-A01D-FF6C-83C5CC86C350}"/>
          </ac:spMkLst>
        </pc:spChg>
        <pc:picChg chg="del">
          <ac:chgData name="sriram s" userId="389be2f46f2a3679" providerId="LiveId" clId="{BB3D3228-8BEB-44B7-9B7B-732E86B3D275}" dt="2026-06-04T07:32:39.133" v="477" actId="478"/>
          <ac:picMkLst>
            <pc:docMk/>
            <pc:sldMk cId="92292366" sldId="278"/>
            <ac:picMk id="3" creationId="{05872CE5-5433-E469-A968-72DB0B47B2A8}"/>
          </ac:picMkLst>
        </pc:picChg>
        <pc:picChg chg="add del mod">
          <ac:chgData name="sriram s" userId="389be2f46f2a3679" providerId="LiveId" clId="{BB3D3228-8BEB-44B7-9B7B-732E86B3D275}" dt="2026-06-04T16:12:21.337" v="757" actId="478"/>
          <ac:picMkLst>
            <pc:docMk/>
            <pc:sldMk cId="92292366" sldId="278"/>
            <ac:picMk id="3" creationId="{872BFCB6-4C60-4EDE-CB57-840443E18C0C}"/>
          </ac:picMkLst>
        </pc:picChg>
        <pc:picChg chg="mod">
          <ac:chgData name="sriram s" userId="389be2f46f2a3679" providerId="LiveId" clId="{BB3D3228-8BEB-44B7-9B7B-732E86B3D275}" dt="2026-06-04T07:34:13.615" v="637" actId="1076"/>
          <ac:picMkLst>
            <pc:docMk/>
            <pc:sldMk cId="92292366" sldId="278"/>
            <ac:picMk id="5" creationId="{6B8D83E4-A954-B23A-40AD-19C81A84DE46}"/>
          </ac:picMkLst>
        </pc:picChg>
        <pc:picChg chg="del">
          <ac:chgData name="sriram s" userId="389be2f46f2a3679" providerId="LiveId" clId="{BB3D3228-8BEB-44B7-9B7B-732E86B3D275}" dt="2026-06-04T07:34:06.452" v="607" actId="478"/>
          <ac:picMkLst>
            <pc:docMk/>
            <pc:sldMk cId="92292366" sldId="278"/>
            <ac:picMk id="7" creationId="{4530283D-39C5-8C56-1989-0EA894BA257E}"/>
          </ac:picMkLst>
        </pc:picChg>
      </pc:sldChg>
      <pc:sldChg chg="addSp delSp modSp add mod ord">
        <pc:chgData name="sriram s" userId="389be2f46f2a3679" providerId="LiveId" clId="{BB3D3228-8BEB-44B7-9B7B-732E86B3D275}" dt="2026-06-04T16:30:28.298" v="1019" actId="1076"/>
        <pc:sldMkLst>
          <pc:docMk/>
          <pc:sldMk cId="2431975796" sldId="279"/>
        </pc:sldMkLst>
        <pc:spChg chg="mod">
          <ac:chgData name="sriram s" userId="389be2f46f2a3679" providerId="LiveId" clId="{BB3D3228-8BEB-44B7-9B7B-732E86B3D275}" dt="2026-06-04T07:33:45.413" v="574" actId="20577"/>
          <ac:spMkLst>
            <pc:docMk/>
            <pc:sldMk cId="2431975796" sldId="279"/>
            <ac:spMk id="79" creationId="{4EDBF285-F981-C0D7-0D9C-6801C093C1D1}"/>
          </ac:spMkLst>
        </pc:spChg>
        <pc:picChg chg="add del mod">
          <ac:chgData name="sriram s" userId="389be2f46f2a3679" providerId="LiveId" clId="{BB3D3228-8BEB-44B7-9B7B-732E86B3D275}" dt="2026-06-04T16:13:04.534" v="760" actId="478"/>
          <ac:picMkLst>
            <pc:docMk/>
            <pc:sldMk cId="2431975796" sldId="279"/>
            <ac:picMk id="3" creationId="{5773CEB2-D24C-A1D7-89AE-A174312A3BBD}"/>
          </ac:picMkLst>
        </pc:picChg>
        <pc:picChg chg="del">
          <ac:chgData name="sriram s" userId="389be2f46f2a3679" providerId="LiveId" clId="{BB3D3228-8BEB-44B7-9B7B-732E86B3D275}" dt="2026-06-04T07:33:28.349" v="537" actId="478"/>
          <ac:picMkLst>
            <pc:docMk/>
            <pc:sldMk cId="2431975796" sldId="279"/>
            <ac:picMk id="3" creationId="{62839F4E-5B5D-9A97-7D3F-F21066AE1B3A}"/>
          </ac:picMkLst>
        </pc:picChg>
        <pc:picChg chg="del">
          <ac:chgData name="sriram s" userId="389be2f46f2a3679" providerId="LiveId" clId="{BB3D3228-8BEB-44B7-9B7B-732E86B3D275}" dt="2026-06-04T07:33:30.205" v="538" actId="478"/>
          <ac:picMkLst>
            <pc:docMk/>
            <pc:sldMk cId="2431975796" sldId="279"/>
            <ac:picMk id="5" creationId="{7A386862-C9DC-666D-5EEB-E182B68B2EAC}"/>
          </ac:picMkLst>
        </pc:picChg>
        <pc:picChg chg="mod">
          <ac:chgData name="sriram s" userId="389be2f46f2a3679" providerId="LiveId" clId="{BB3D3228-8BEB-44B7-9B7B-732E86B3D275}" dt="2026-06-04T16:30:28.298" v="1019" actId="1076"/>
          <ac:picMkLst>
            <pc:docMk/>
            <pc:sldMk cId="2431975796" sldId="279"/>
            <ac:picMk id="7" creationId="{5390EF94-7FCE-3FB9-F690-FE5368E791CD}"/>
          </ac:picMkLst>
        </pc:picChg>
      </pc:sldChg>
      <pc:sldChg chg="addSp delSp modSp add mod">
        <pc:chgData name="sriram s" userId="389be2f46f2a3679" providerId="LiveId" clId="{BB3D3228-8BEB-44B7-9B7B-732E86B3D275}" dt="2026-06-04T16:30:19.183" v="1018" actId="14100"/>
        <pc:sldMkLst>
          <pc:docMk/>
          <pc:sldMk cId="1391711345" sldId="280"/>
        </pc:sldMkLst>
        <pc:spChg chg="mod">
          <ac:chgData name="sriram s" userId="389be2f46f2a3679" providerId="LiveId" clId="{BB3D3228-8BEB-44B7-9B7B-732E86B3D275}" dt="2026-06-04T16:29:49.217" v="1009" actId="14100"/>
          <ac:spMkLst>
            <pc:docMk/>
            <pc:sldMk cId="1391711345" sldId="280"/>
            <ac:spMk id="78" creationId="{F8BF6422-C935-4582-F76E-0157C986B691}"/>
          </ac:spMkLst>
        </pc:spChg>
        <pc:spChg chg="mod">
          <ac:chgData name="sriram s" userId="389be2f46f2a3679" providerId="LiveId" clId="{BB3D3228-8BEB-44B7-9B7B-732E86B3D275}" dt="2026-06-04T16:30:12.311" v="1015" actId="27636"/>
          <ac:spMkLst>
            <pc:docMk/>
            <pc:sldMk cId="1391711345" sldId="280"/>
            <ac:spMk id="79" creationId="{4006FC49-A060-577B-9436-8C43A76A94E0}"/>
          </ac:spMkLst>
        </pc:spChg>
        <pc:picChg chg="add mod">
          <ac:chgData name="sriram s" userId="389be2f46f2a3679" providerId="LiveId" clId="{BB3D3228-8BEB-44B7-9B7B-732E86B3D275}" dt="2026-06-04T16:30:19.183" v="1018" actId="14100"/>
          <ac:picMkLst>
            <pc:docMk/>
            <pc:sldMk cId="1391711345" sldId="280"/>
            <ac:picMk id="3" creationId="{8DBA2E97-6C63-E2BE-AF0A-10FA80198151}"/>
          </ac:picMkLst>
        </pc:picChg>
        <pc:picChg chg="add mod">
          <ac:chgData name="sriram s" userId="389be2f46f2a3679" providerId="LiveId" clId="{BB3D3228-8BEB-44B7-9B7B-732E86B3D275}" dt="2026-06-04T16:30:05.547" v="1010" actId="1076"/>
          <ac:picMkLst>
            <pc:docMk/>
            <pc:sldMk cId="1391711345" sldId="280"/>
            <ac:picMk id="4" creationId="{0CF28E7D-1C27-1088-464D-793089E1A0BB}"/>
          </ac:picMkLst>
        </pc:picChg>
        <pc:picChg chg="del">
          <ac:chgData name="sriram s" userId="389be2f46f2a3679" providerId="LiveId" clId="{BB3D3228-8BEB-44B7-9B7B-732E86B3D275}" dt="2026-06-04T16:13:54.435" v="808" actId="478"/>
          <ac:picMkLst>
            <pc:docMk/>
            <pc:sldMk cId="1391711345" sldId="280"/>
            <ac:picMk id="7" creationId="{73AF45A7-0D94-EE12-70AD-247181DCF70B}"/>
          </ac:picMkLst>
        </pc:picChg>
      </pc:sldChg>
      <pc:sldChg chg="addSp delSp modSp add mod">
        <pc:chgData name="sriram s" userId="389be2f46f2a3679" providerId="LiveId" clId="{BB3D3228-8BEB-44B7-9B7B-732E86B3D275}" dt="2026-06-04T16:37:59.672" v="1131" actId="1076"/>
        <pc:sldMkLst>
          <pc:docMk/>
          <pc:sldMk cId="2997000906" sldId="281"/>
        </pc:sldMkLst>
        <pc:spChg chg="mod">
          <ac:chgData name="sriram s" userId="389be2f46f2a3679" providerId="LiveId" clId="{BB3D3228-8BEB-44B7-9B7B-732E86B3D275}" dt="2026-06-04T16:29:35.750" v="1005" actId="20577"/>
          <ac:spMkLst>
            <pc:docMk/>
            <pc:sldMk cId="2997000906" sldId="281"/>
            <ac:spMk id="79" creationId="{EEC0165C-DD39-4CFB-9D8D-43B4E956FD32}"/>
          </ac:spMkLst>
        </pc:spChg>
        <pc:picChg chg="del mod">
          <ac:chgData name="sriram s" userId="389be2f46f2a3679" providerId="LiveId" clId="{BB3D3228-8BEB-44B7-9B7B-732E86B3D275}" dt="2026-06-04T16:28:49.279" v="954" actId="478"/>
          <ac:picMkLst>
            <pc:docMk/>
            <pc:sldMk cId="2997000906" sldId="281"/>
            <ac:picMk id="3" creationId="{2633D00B-C0C7-F788-15B1-6121BA33DAF6}"/>
          </ac:picMkLst>
        </pc:picChg>
        <pc:picChg chg="del">
          <ac:chgData name="sriram s" userId="389be2f46f2a3679" providerId="LiveId" clId="{BB3D3228-8BEB-44B7-9B7B-732E86B3D275}" dt="2026-06-04T16:27:31.380" v="930" actId="478"/>
          <ac:picMkLst>
            <pc:docMk/>
            <pc:sldMk cId="2997000906" sldId="281"/>
            <ac:picMk id="4" creationId="{6F2342F0-E09C-523E-CDDB-A978604DE9E3}"/>
          </ac:picMkLst>
        </pc:picChg>
        <pc:picChg chg="add mod">
          <ac:chgData name="sriram s" userId="389be2f46f2a3679" providerId="LiveId" clId="{BB3D3228-8BEB-44B7-9B7B-732E86B3D275}" dt="2026-06-04T16:37:59.672" v="1131" actId="1076"/>
          <ac:picMkLst>
            <pc:docMk/>
            <pc:sldMk cId="2997000906" sldId="281"/>
            <ac:picMk id="5" creationId="{A507BB6C-B1D1-3657-7016-011436120B77}"/>
          </ac:picMkLst>
        </pc:picChg>
      </pc:sldChg>
      <pc:sldChg chg="add ord">
        <pc:chgData name="sriram s" userId="389be2f46f2a3679" providerId="LiveId" clId="{BB3D3228-8BEB-44B7-9B7B-732E86B3D275}" dt="2026-06-04T16:35:29.701" v="1027"/>
        <pc:sldMkLst>
          <pc:docMk/>
          <pc:sldMk cId="2636191706" sldId="282"/>
        </pc:sldMkLst>
      </pc:sldChg>
      <pc:sldChg chg="addSp delSp modSp add mod">
        <pc:chgData name="sriram s" userId="389be2f46f2a3679" providerId="LiveId" clId="{BB3D3228-8BEB-44B7-9B7B-732E86B3D275}" dt="2026-06-04T16:39:27.296" v="1172" actId="14100"/>
        <pc:sldMkLst>
          <pc:docMk/>
          <pc:sldMk cId="1561193330" sldId="283"/>
        </pc:sldMkLst>
        <pc:spChg chg="add mod">
          <ac:chgData name="sriram s" userId="389be2f46f2a3679" providerId="LiveId" clId="{BB3D3228-8BEB-44B7-9B7B-732E86B3D275}" dt="2026-06-04T16:39:27.296" v="1172" actId="14100"/>
          <ac:spMkLst>
            <pc:docMk/>
            <pc:sldMk cId="1561193330" sldId="283"/>
            <ac:spMk id="3" creationId="{D0DB0A92-11DA-F847-F7AA-979D28DAE4E9}"/>
          </ac:spMkLst>
        </pc:spChg>
        <pc:spChg chg="mod">
          <ac:chgData name="sriram s" userId="389be2f46f2a3679" providerId="LiveId" clId="{BB3D3228-8BEB-44B7-9B7B-732E86B3D275}" dt="2026-06-04T16:39:11.421" v="1168" actId="20577"/>
          <ac:spMkLst>
            <pc:docMk/>
            <pc:sldMk cId="1561193330" sldId="283"/>
            <ac:spMk id="79" creationId="{B0050038-F500-C3E7-927C-544D43FCFE7C}"/>
          </ac:spMkLst>
        </pc:spChg>
        <pc:picChg chg="del">
          <ac:chgData name="sriram s" userId="389be2f46f2a3679" providerId="LiveId" clId="{BB3D3228-8BEB-44B7-9B7B-732E86B3D275}" dt="2026-06-04T16:38:13.236" v="1133" actId="478"/>
          <ac:picMkLst>
            <pc:docMk/>
            <pc:sldMk cId="1561193330" sldId="283"/>
            <ac:picMk id="5" creationId="{2B864266-24EF-DFBD-6706-5D2E0FC7DE3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BE4D4B5-A83F-CBF7-B00F-E6AFD7177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BEAB7DA-6A2C-7865-01D4-8DB89B09C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8CC0624-E2D9-8718-0B9E-1939AB885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692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F42B499-556C-FA6F-408C-9E6053D57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>
            <a:extLst>
              <a:ext uri="{FF2B5EF4-FFF2-40B4-BE49-F238E27FC236}">
                <a16:creationId xmlns:a16="http://schemas.microsoft.com/office/drawing/2014/main" id="{1777456A-9BEB-3834-C2C2-5F77FCC51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>
            <a:extLst>
              <a:ext uri="{FF2B5EF4-FFF2-40B4-BE49-F238E27FC236}">
                <a16:creationId xmlns:a16="http://schemas.microsoft.com/office/drawing/2014/main" id="{4D4C8A82-1C28-2B49-443A-3ABA6C7E78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6357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4AC68E4-8B02-E018-3616-10F052EE2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>
            <a:extLst>
              <a:ext uri="{FF2B5EF4-FFF2-40B4-BE49-F238E27FC236}">
                <a16:creationId xmlns:a16="http://schemas.microsoft.com/office/drawing/2014/main" id="{B8C80958-2581-A8EE-B586-EA27583D5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>
            <a:extLst>
              <a:ext uri="{FF2B5EF4-FFF2-40B4-BE49-F238E27FC236}">
                <a16:creationId xmlns:a16="http://schemas.microsoft.com/office/drawing/2014/main" id="{6EA71CEA-BAD9-7265-B0A0-CAF737AB60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4065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B0EF6ABE-21B2-871B-8963-BBD858463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>
            <a:extLst>
              <a:ext uri="{FF2B5EF4-FFF2-40B4-BE49-F238E27FC236}">
                <a16:creationId xmlns:a16="http://schemas.microsoft.com/office/drawing/2014/main" id="{624815A1-0E91-4773-87DA-B9813FA5C6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>
            <a:extLst>
              <a:ext uri="{FF2B5EF4-FFF2-40B4-BE49-F238E27FC236}">
                <a16:creationId xmlns:a16="http://schemas.microsoft.com/office/drawing/2014/main" id="{B97ABA55-15B3-0811-98E5-44BEDB620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5934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84D82FCC-DF6C-CF73-E030-C7DEFAA40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e5ea4ffb3_0_0:notes">
            <a:extLst>
              <a:ext uri="{FF2B5EF4-FFF2-40B4-BE49-F238E27FC236}">
                <a16:creationId xmlns:a16="http://schemas.microsoft.com/office/drawing/2014/main" id="{A3F3718C-2FEE-8EB5-F2CB-6A991DB524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e5ea4ffb3_0_0:notes">
            <a:extLst>
              <a:ext uri="{FF2B5EF4-FFF2-40B4-BE49-F238E27FC236}">
                <a16:creationId xmlns:a16="http://schemas.microsoft.com/office/drawing/2014/main" id="{1345E446-6638-BD2D-B174-08314B74F8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318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ACF05C30-CD05-12B3-1FA0-0EB86ADB4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>
            <a:extLst>
              <a:ext uri="{FF2B5EF4-FFF2-40B4-BE49-F238E27FC236}">
                <a16:creationId xmlns:a16="http://schemas.microsoft.com/office/drawing/2014/main" id="{EA18F4FE-C50A-3173-EDA6-15E03EEB93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>
            <a:extLst>
              <a:ext uri="{FF2B5EF4-FFF2-40B4-BE49-F238E27FC236}">
                <a16:creationId xmlns:a16="http://schemas.microsoft.com/office/drawing/2014/main" id="{91FC8CB4-ACDE-E30E-F236-CFD995EC1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74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782FF338-849A-3CD1-3F68-472E948A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>
            <a:extLst>
              <a:ext uri="{FF2B5EF4-FFF2-40B4-BE49-F238E27FC236}">
                <a16:creationId xmlns:a16="http://schemas.microsoft.com/office/drawing/2014/main" id="{8C4DEDD6-1421-E917-85CF-BDAA9C831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>
            <a:extLst>
              <a:ext uri="{FF2B5EF4-FFF2-40B4-BE49-F238E27FC236}">
                <a16:creationId xmlns:a16="http://schemas.microsoft.com/office/drawing/2014/main" id="{55CA8AE1-CC35-773B-656A-4004A84A1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088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8C79C3BE-3D81-62DD-5B0F-8855A8651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3FACCF6E-6E6C-A82C-F333-DD6F3FDC5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31FFF24F-C808-5FF4-1F73-A2BF7CD62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129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9612F9DB-D5D9-E4CC-2DC1-C7E9711D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1B018608-D7CB-63E6-2A35-6CAD6BEF7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A10C88FB-9FBF-4D3B-8F1A-34B1AEF275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51548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319AB550-D0DF-80BF-CF6B-1162F5F9C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C1AE1323-8DAA-02E5-4B2D-E06F02882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6626ECB4-44A9-0984-1F92-7592BD6CB8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1738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3747549-293C-BDDD-5991-D6F82FC6E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E9680150-DE8D-7755-FA18-818882A073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EC745610-4938-8FA6-37E7-E8B077B88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4253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B5D5A931-7D99-30EF-CFA8-D7349963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E305EA8B-3799-45F6-7F35-C272D3398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955398F4-0C8A-1EE7-9DC9-10E3010B11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321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D9A82422-0329-445F-A65D-578EFF125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B941CDD1-0359-9B18-D403-A060F9CAE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4E9698AA-037C-8709-B7C4-67A3823017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5286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C52F20F5-D83A-3A3B-3822-53CF640D4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BB8C0A8E-A79E-DA9D-3690-056BC90173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2AC3ACAA-8A38-6090-7A9C-395037A79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9617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E1F453A9-867F-07E0-BB0D-8D165F7B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DD690B15-0B94-5136-4568-E4C9FEB93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64640B62-85D9-7F86-E46C-E25D38F62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957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A4753303-84CA-F24D-C9F5-0E21A6FD8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44EEDEEB-2DA2-F046-7F86-A069CCB22A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565FB3FF-539A-A371-1A28-E14286139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7299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BCAC0B20-4DD9-BB24-7601-A1374A00D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CF52C40E-CE0F-9A76-4FDA-1167157F0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455E1DFD-1E5F-1E41-68A3-958D061B7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95655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6AA21042-2819-A12C-DE2A-124D57CE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A2AAFED4-BC39-EA98-560C-BAA0CBFCB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CE7DD08F-C871-400D-CE6D-1F5A90130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7929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D6521B65-988E-DF1C-D3A9-7B5E1538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5ea4ffb3_0_20:notes">
            <a:extLst>
              <a:ext uri="{FF2B5EF4-FFF2-40B4-BE49-F238E27FC236}">
                <a16:creationId xmlns:a16="http://schemas.microsoft.com/office/drawing/2014/main" id="{7F75813C-FB58-4977-179C-F4D2FC511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5ea4ffb3_0_20:notes">
            <a:extLst>
              <a:ext uri="{FF2B5EF4-FFF2-40B4-BE49-F238E27FC236}">
                <a16:creationId xmlns:a16="http://schemas.microsoft.com/office/drawing/2014/main" id="{CED4463C-D532-73E4-87BC-806BA9572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3658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e5ea4ffb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e5ea4ffb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5ea4ffb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5ea4ffb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e5ea4ff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e5ea4ff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80e6e05e_0_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880e6e05e_0_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amBi-7vYetPcRcPsRqU3094f-EQiM03J?usp=sharing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3">
          <a:extLst>
            <a:ext uri="{FF2B5EF4-FFF2-40B4-BE49-F238E27FC236}">
              <a16:creationId xmlns:a16="http://schemas.microsoft.com/office/drawing/2014/main" id="{C46CE5AC-1682-ADFE-E7BD-AB2EFEC27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DF4787C9-2AB5-6E5F-0296-B416095F2BA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9039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ET AutoTech Hackathon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2026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1024702D-A576-9005-B290-0032EBB49D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1706451"/>
            <a:ext cx="8520600" cy="31102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/>
            <a:r>
              <a:rPr lang="en-US" b="1" dirty="0">
                <a:solidFill>
                  <a:srgbClr val="FFFF00"/>
                </a:solidFill>
              </a:rPr>
              <a:t>AI for Resilient Automotive Supply Chains &amp; Smart Manufacturing</a:t>
            </a:r>
            <a:b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</a:br>
            <a:endParaRPr lang="en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/>
            <a:r>
              <a:rPr lang="en" sz="2000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Team Name : Sri Zerone</a:t>
            </a:r>
          </a:p>
          <a:p>
            <a:pPr marL="0" lvl="0" indent="0"/>
            <a:endParaRPr lang="en" sz="2000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/>
            <a:r>
              <a:rPr lang="en" sz="2000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Team Leader : </a:t>
            </a:r>
            <a:r>
              <a:rPr lang="en" sz="2000" b="1" dirty="0">
                <a:solidFill>
                  <a:srgbClr val="00B050"/>
                </a:solidFill>
                <a:latin typeface="Figtree"/>
                <a:ea typeface="Figtree"/>
                <a:cs typeface="Figtree"/>
                <a:sym typeface="Figtree"/>
              </a:rPr>
              <a:t>Sriram .S</a:t>
            </a:r>
          </a:p>
          <a:p>
            <a:pPr marL="0" lvl="0" indent="0"/>
            <a:endParaRPr lang="en" sz="2000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/>
            <a:r>
              <a:rPr lang="en" sz="2000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Team Members : </a:t>
            </a:r>
          </a:p>
          <a:p>
            <a:pPr marL="0" lvl="0" indent="0"/>
            <a:r>
              <a:rPr lang="en" sz="2000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1.Nitansh Shankar</a:t>
            </a:r>
          </a:p>
          <a:p>
            <a:pPr marL="0" lvl="0" indent="0"/>
            <a:r>
              <a:rPr lang="en" sz="2000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2.Himanshu shailendra gautam</a:t>
            </a:r>
          </a:p>
          <a:p>
            <a:pPr marL="0" lvl="0" indent="0"/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4818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54E84014-9243-BD65-321F-EFD1359B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69F49BB1-6BBC-3473-C721-18EE6EDE93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IN" b="1" dirty="0">
                <a:solidFill>
                  <a:schemeClr val="bg1"/>
                </a:solidFill>
              </a:rPr>
              <a:t>AI-Driven Self-Healing Manufacturing Systems for Sustainable Production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82DABEF-B426-104C-A22D-08ECB9890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71827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Problem Statement :</a:t>
            </a:r>
          </a:p>
          <a:p>
            <a:pPr marL="114300" indent="0">
              <a:buNone/>
            </a:pPr>
            <a:r>
              <a:rPr lang="en-IN" b="1" dirty="0">
                <a:solidFill>
                  <a:schemeClr val="accent6"/>
                </a:solidFill>
              </a:rPr>
              <a:t>Challenges in Modern Manufacturing</a:t>
            </a:r>
          </a:p>
          <a:p>
            <a:pPr marL="114300" indent="0">
              <a:buNone/>
            </a:pPr>
            <a:endParaRPr lang="en-IN" b="1" dirty="0">
              <a:solidFill>
                <a:schemeClr val="accent6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Unexpected machine failures </a:t>
            </a:r>
          </a:p>
          <a:p>
            <a:r>
              <a:rPr lang="en-IN" dirty="0">
                <a:solidFill>
                  <a:schemeClr val="bg1"/>
                </a:solidFill>
              </a:rPr>
              <a:t>Production downtime </a:t>
            </a:r>
          </a:p>
          <a:p>
            <a:r>
              <a:rPr lang="en-IN" dirty="0">
                <a:solidFill>
                  <a:schemeClr val="bg1"/>
                </a:solidFill>
              </a:rPr>
              <a:t>High maintenance costs </a:t>
            </a:r>
          </a:p>
          <a:p>
            <a:r>
              <a:rPr lang="en-IN" dirty="0">
                <a:solidFill>
                  <a:schemeClr val="bg1"/>
                </a:solidFill>
              </a:rPr>
              <a:t>Excessive energy consumption </a:t>
            </a:r>
          </a:p>
          <a:p>
            <a:r>
              <a:rPr lang="en-IN" dirty="0">
                <a:solidFill>
                  <a:schemeClr val="bg1"/>
                </a:solidFill>
              </a:rPr>
              <a:t>Carbon emissions and sustainability concerns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017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B6303546-E39F-8901-9CCB-8C8A233DE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C805310D-86C8-4EF1-8FE7-64F7C3A3F2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IN" b="1" dirty="0">
                <a:solidFill>
                  <a:schemeClr val="bg1"/>
                </a:solidFill>
              </a:rPr>
              <a:t>AI-Driven Self-Healing Manufacturing Systems for Sustainable Production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06378308-24A4-0412-D0C7-17C3CE7D6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00389"/>
            <a:ext cx="7718278" cy="3068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IN" dirty="0">
                <a:solidFill>
                  <a:schemeClr val="accent6"/>
                </a:solidFill>
              </a:rPr>
              <a:t>Key Statistics</a:t>
            </a:r>
          </a:p>
          <a:p>
            <a:r>
              <a:rPr lang="en-IN" dirty="0">
                <a:solidFill>
                  <a:schemeClr val="bg1"/>
                </a:solidFill>
              </a:rPr>
              <a:t>Downtime can cost industries millions annually. </a:t>
            </a:r>
          </a:p>
          <a:p>
            <a:r>
              <a:rPr lang="en-IN" dirty="0">
                <a:solidFill>
                  <a:schemeClr val="bg1"/>
                </a:solidFill>
              </a:rPr>
              <a:t>Reactive maintenance increases operational expenses. </a:t>
            </a:r>
          </a:p>
          <a:p>
            <a:r>
              <a:rPr lang="en-IN" dirty="0">
                <a:solidFill>
                  <a:schemeClr val="bg1"/>
                </a:solidFill>
              </a:rPr>
              <a:t>Energy inefficiencies reduce sustainability performance</a:t>
            </a:r>
            <a:r>
              <a:rPr lang="en-IN" dirty="0"/>
              <a:t>.</a:t>
            </a:r>
          </a:p>
          <a:p>
            <a:pPr marL="114300" indent="0">
              <a:buNone/>
            </a:pPr>
            <a:endParaRPr lang="en-IN" b="1" dirty="0"/>
          </a:p>
          <a:p>
            <a:pPr marL="114300" indent="0">
              <a:buNone/>
            </a:pPr>
            <a:r>
              <a:rPr lang="en-IN" dirty="0">
                <a:solidFill>
                  <a:schemeClr val="accent6"/>
                </a:solidFill>
              </a:rPr>
              <a:t>Need</a:t>
            </a:r>
          </a:p>
          <a:p>
            <a:pPr marL="114300" indent="0">
              <a:buNone/>
            </a:pPr>
            <a:r>
              <a:rPr lang="en-IN" dirty="0">
                <a:solidFill>
                  <a:schemeClr val="bg1"/>
                </a:solidFill>
              </a:rPr>
              <a:t>An intelligent system capable of:</a:t>
            </a:r>
          </a:p>
          <a:p>
            <a:r>
              <a:rPr lang="en-IN" dirty="0">
                <a:solidFill>
                  <a:schemeClr val="bg1"/>
                </a:solidFill>
              </a:rPr>
              <a:t>Predicting failures </a:t>
            </a:r>
          </a:p>
          <a:p>
            <a:r>
              <a:rPr lang="en-IN" dirty="0">
                <a:solidFill>
                  <a:schemeClr val="bg1"/>
                </a:solidFill>
              </a:rPr>
              <a:t>Recovering automatically </a:t>
            </a:r>
          </a:p>
          <a:p>
            <a:r>
              <a:rPr lang="en-IN" dirty="0">
                <a:solidFill>
                  <a:schemeClr val="bg1"/>
                </a:solidFill>
              </a:rPr>
              <a:t>Optimizing sustainability 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401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AF14503-5241-59B4-1E56-00B9E439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76DA878F-47B3-7001-23BD-D3D59C33E8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IN" b="1" dirty="0">
                <a:solidFill>
                  <a:schemeClr val="bg1"/>
                </a:solidFill>
              </a:rPr>
              <a:t>AI-Driven Self-Healing Manufacturing Systems for Sustainable Production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024FE46C-07D8-3D06-BBAC-13740B80B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00389"/>
            <a:ext cx="7718278" cy="3068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dirty="0">
                <a:solidFill>
                  <a:schemeClr val="accent6"/>
                </a:solidFill>
              </a:rPr>
              <a:t>Proposed Solution</a:t>
            </a:r>
          </a:p>
          <a:p>
            <a:pPr marL="114300" indent="0">
              <a:buNone/>
            </a:pPr>
            <a:r>
              <a:rPr lang="en-IN" b="1" dirty="0">
                <a:solidFill>
                  <a:schemeClr val="accent6"/>
                </a:solidFill>
              </a:rPr>
              <a:t>AI-Driven Self-Healing Manufacturing Framework</a:t>
            </a:r>
          </a:p>
          <a:p>
            <a:pPr marL="114300" indent="0">
              <a:buNone/>
            </a:pPr>
            <a:r>
              <a:rPr lang="en-IN" dirty="0">
                <a:solidFill>
                  <a:schemeClr val="bg1"/>
                </a:solidFill>
              </a:rPr>
              <a:t>The system:</a:t>
            </a:r>
          </a:p>
          <a:p>
            <a:r>
              <a:rPr lang="en-IN" dirty="0">
                <a:solidFill>
                  <a:schemeClr val="bg1"/>
                </a:solidFill>
              </a:rPr>
              <a:t>✔ Monitors machine health continuously</a:t>
            </a:r>
          </a:p>
          <a:p>
            <a:r>
              <a:rPr lang="en-IN" dirty="0">
                <a:solidFill>
                  <a:schemeClr val="bg1"/>
                </a:solidFill>
              </a:rPr>
              <a:t>✔ Predicts failures using AI</a:t>
            </a:r>
          </a:p>
          <a:p>
            <a:r>
              <a:rPr lang="en-IN" dirty="0">
                <a:solidFill>
                  <a:schemeClr val="bg1"/>
                </a:solidFill>
              </a:rPr>
              <a:t>✔ Automatically initiates recovery actions</a:t>
            </a:r>
          </a:p>
          <a:p>
            <a:r>
              <a:rPr lang="en-IN" dirty="0">
                <a:solidFill>
                  <a:schemeClr val="bg1"/>
                </a:solidFill>
              </a:rPr>
              <a:t>✔ Optimizes energy consumption</a:t>
            </a:r>
          </a:p>
          <a:p>
            <a:r>
              <a:rPr lang="en-IN" dirty="0">
                <a:solidFill>
                  <a:schemeClr val="bg1"/>
                </a:solidFill>
              </a:rPr>
              <a:t>✔ Improves sustainability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848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59">
          <a:extLst>
            <a:ext uri="{FF2B5EF4-FFF2-40B4-BE49-F238E27FC236}">
              <a16:creationId xmlns:a16="http://schemas.microsoft.com/office/drawing/2014/main" id="{158E2D19-13F8-CFB1-2C10-9AD04077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0F529725-D26C-D263-B353-BB9082EBE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en-IN" b="1" dirty="0">
                <a:solidFill>
                  <a:schemeClr val="bg1"/>
                </a:solidFill>
              </a:rPr>
              <a:t>AI-Driven Self-Healing Manufacturing Systems for Sustainable Production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5D56795C-B787-74D9-E26E-AF8513EF11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500389"/>
            <a:ext cx="7718278" cy="3068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endParaRPr lang="en-IN" b="1" dirty="0">
              <a:solidFill>
                <a:srgbClr val="FFFF00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rgbClr val="FFFF00"/>
                </a:solidFill>
              </a:rPr>
              <a:t>Core Technologies</a:t>
            </a:r>
          </a:p>
          <a:p>
            <a:pPr marL="114300" indent="0">
              <a:buNone/>
            </a:pPr>
            <a:endParaRPr lang="en-IN" b="1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Artificial Intelligence </a:t>
            </a:r>
          </a:p>
          <a:p>
            <a:r>
              <a:rPr lang="en-IN" dirty="0">
                <a:solidFill>
                  <a:schemeClr val="bg1"/>
                </a:solidFill>
              </a:rPr>
              <a:t>Machine Learning </a:t>
            </a:r>
          </a:p>
          <a:p>
            <a:r>
              <a:rPr lang="en-IN" dirty="0">
                <a:solidFill>
                  <a:schemeClr val="bg1"/>
                </a:solidFill>
              </a:rPr>
              <a:t>IoT Sensors </a:t>
            </a:r>
          </a:p>
          <a:p>
            <a:r>
              <a:rPr lang="en-IN" dirty="0">
                <a:solidFill>
                  <a:schemeClr val="bg1"/>
                </a:solidFill>
              </a:rPr>
              <a:t>Predictive Maintenance </a:t>
            </a:r>
          </a:p>
          <a:p>
            <a:r>
              <a:rPr lang="en-IN" dirty="0">
                <a:solidFill>
                  <a:schemeClr val="bg1"/>
                </a:solidFill>
              </a:rPr>
              <a:t>Autonomous Recovery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823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D7F46FD5-32FD-3229-8844-531F42AD2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7BEBF12A-F304-7480-48E6-C5E2C9A3D0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W</a:t>
            </a: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ork flow diagram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3CB30A-0DB3-5B35-D68B-66EB6E8F6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095" y="1153299"/>
            <a:ext cx="2613887" cy="323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4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>
          <a:extLst>
            <a:ext uri="{FF2B5EF4-FFF2-40B4-BE49-F238E27FC236}">
              <a16:creationId xmlns:a16="http://schemas.microsoft.com/office/drawing/2014/main" id="{DD0B9C35-8999-3E29-29BF-89F3BE73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CB86E573-C0C5-8856-C07A-59784A69C0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W</a:t>
            </a: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ork flow diagram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BEED42-C364-4E51-60C7-EEAD2A3840D7}"/>
              </a:ext>
            </a:extLst>
          </p:cNvPr>
          <p:cNvSpPr txBox="1"/>
          <p:nvPr/>
        </p:nvSpPr>
        <p:spPr>
          <a:xfrm>
            <a:off x="798490" y="1017725"/>
            <a:ext cx="605951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AI-Based Failure Prediction Machine Learning Module</a:t>
            </a:r>
          </a:p>
          <a:p>
            <a:pPr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Inputs</a:t>
            </a:r>
          </a:p>
          <a:p>
            <a:r>
              <a:rPr lang="en-IN" dirty="0">
                <a:solidFill>
                  <a:schemeClr val="bg1"/>
                </a:solidFill>
              </a:rPr>
              <a:t>Temperature ,Vibration ,Power </a:t>
            </a:r>
            <a:r>
              <a:rPr lang="en-IN" dirty="0" err="1">
                <a:solidFill>
                  <a:schemeClr val="bg1"/>
                </a:solidFill>
              </a:rPr>
              <a:t>Consumption,Humidity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Model</a:t>
            </a:r>
          </a:p>
          <a:p>
            <a:r>
              <a:rPr lang="en-IN" dirty="0">
                <a:solidFill>
                  <a:schemeClr val="bg1"/>
                </a:solidFill>
              </a:rPr>
              <a:t>Random Forest Classifier </a:t>
            </a:r>
          </a:p>
          <a:p>
            <a:pPr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Output</a:t>
            </a:r>
          </a:p>
          <a:p>
            <a:pPr>
              <a:buNone/>
            </a:pPr>
            <a:r>
              <a:rPr lang="en-IN" dirty="0">
                <a:solidFill>
                  <a:schemeClr val="bg1"/>
                </a:solidFill>
              </a:rPr>
              <a:t>Failure Probability Score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34212A-78AE-8A8F-0C75-DB2008159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730493"/>
              </p:ext>
            </p:extLst>
          </p:nvPr>
        </p:nvGraphicFramePr>
        <p:xfrm>
          <a:off x="862885" y="3876540"/>
          <a:ext cx="4091148" cy="9144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244918">
                  <a:extLst>
                    <a:ext uri="{9D8B030D-6E8A-4147-A177-3AD203B41FA5}">
                      <a16:colId xmlns:a16="http://schemas.microsoft.com/office/drawing/2014/main" val="3305152094"/>
                    </a:ext>
                  </a:extLst>
                </a:gridCol>
                <a:gridCol w="1126901">
                  <a:extLst>
                    <a:ext uri="{9D8B030D-6E8A-4147-A177-3AD203B41FA5}">
                      <a16:colId xmlns:a16="http://schemas.microsoft.com/office/drawing/2014/main" val="2832848568"/>
                    </a:ext>
                  </a:extLst>
                </a:gridCol>
                <a:gridCol w="1719329">
                  <a:extLst>
                    <a:ext uri="{9D8B030D-6E8A-4147-A177-3AD203B41FA5}">
                      <a16:colId xmlns:a16="http://schemas.microsoft.com/office/drawing/2014/main" val="2061535593"/>
                    </a:ext>
                  </a:extLst>
                </a:gridCol>
              </a:tblGrid>
              <a:tr h="190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Vibration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Failure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403063"/>
                  </a:ext>
                </a:extLst>
              </a:tr>
              <a:tr h="190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60°C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312476"/>
                  </a:ext>
                </a:extLst>
              </a:tr>
              <a:tr h="1909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85°C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847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568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Self-Healing Mechanism</a:t>
            </a: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371600"/>
            <a:ext cx="8520600" cy="319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Autonomous Recovery Engine</a:t>
            </a:r>
          </a:p>
          <a:p>
            <a:pPr marL="114300" indent="0">
              <a:buNone/>
            </a:pPr>
            <a:r>
              <a:rPr lang="en-IN" dirty="0">
                <a:solidFill>
                  <a:schemeClr val="bg1"/>
                </a:solidFill>
              </a:rPr>
              <a:t>When abnormal conditions are detected: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Reduce machine load </a:t>
            </a:r>
          </a:p>
          <a:p>
            <a:r>
              <a:rPr lang="en-IN" dirty="0">
                <a:solidFill>
                  <a:schemeClr val="bg1"/>
                </a:solidFill>
              </a:rPr>
              <a:t>Activate backup machine </a:t>
            </a:r>
          </a:p>
          <a:p>
            <a:r>
              <a:rPr lang="en-IN" dirty="0">
                <a:solidFill>
                  <a:schemeClr val="bg1"/>
                </a:solidFill>
              </a:rPr>
              <a:t>Trigger cooling system </a:t>
            </a:r>
          </a:p>
          <a:p>
            <a:r>
              <a:rPr lang="en-IN" dirty="0">
                <a:solidFill>
                  <a:schemeClr val="bg1"/>
                </a:solidFill>
              </a:rPr>
              <a:t>Notify operators </a:t>
            </a:r>
          </a:p>
          <a:p>
            <a:r>
              <a:rPr lang="en-IN" dirty="0">
                <a:solidFill>
                  <a:schemeClr val="bg1"/>
                </a:solidFill>
              </a:rPr>
              <a:t>Reconfigure workflow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Benefit : </a:t>
            </a:r>
            <a:r>
              <a:rPr lang="en-IN" dirty="0">
                <a:solidFill>
                  <a:schemeClr val="bg1"/>
                </a:solidFill>
              </a:rPr>
              <a:t>Prevents complete system failure.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AB756DCB-34F1-B686-787F-269CBB13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4C66BE46-BADE-E09A-F7A7-B630318D04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Sustainability Module</a:t>
            </a: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6353BD63-D347-22F5-A3A0-DBDB1C50B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85234"/>
            <a:ext cx="8520600" cy="244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Sustainable Manufacturing Impact</a:t>
            </a:r>
          </a:p>
          <a:p>
            <a:pPr marL="114300" indent="0">
              <a:buNone/>
            </a:pPr>
            <a:r>
              <a:rPr lang="en-IN" dirty="0">
                <a:solidFill>
                  <a:schemeClr val="bg1"/>
                </a:solidFill>
              </a:rPr>
              <a:t>Measures:</a:t>
            </a:r>
          </a:p>
          <a:p>
            <a:r>
              <a:rPr lang="en-IN" dirty="0">
                <a:solidFill>
                  <a:schemeClr val="bg1"/>
                </a:solidFill>
              </a:rPr>
              <a:t>Energy Savings </a:t>
            </a:r>
          </a:p>
          <a:p>
            <a:r>
              <a:rPr lang="en-IN" dirty="0">
                <a:solidFill>
                  <a:schemeClr val="bg1"/>
                </a:solidFill>
              </a:rPr>
              <a:t>Carbon Reduction </a:t>
            </a:r>
          </a:p>
          <a:p>
            <a:r>
              <a:rPr lang="en-IN" dirty="0">
                <a:solidFill>
                  <a:schemeClr val="bg1"/>
                </a:solidFill>
              </a:rPr>
              <a:t>Downtime Reduction </a:t>
            </a:r>
          </a:p>
          <a:p>
            <a:r>
              <a:rPr lang="en-IN" dirty="0">
                <a:solidFill>
                  <a:schemeClr val="bg1"/>
                </a:solidFill>
              </a:rPr>
              <a:t>Maintenance Efficiency</a:t>
            </a: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4D4DC85-BACB-46D5-95E6-0EF9F0D0D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8021387"/>
              </p:ext>
            </p:extLst>
          </p:nvPr>
        </p:nvGraphicFramePr>
        <p:xfrm>
          <a:off x="388423" y="3328608"/>
          <a:ext cx="6212000" cy="152400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106000">
                  <a:extLst>
                    <a:ext uri="{9D8B030D-6E8A-4147-A177-3AD203B41FA5}">
                      <a16:colId xmlns:a16="http://schemas.microsoft.com/office/drawing/2014/main" val="1311070542"/>
                    </a:ext>
                  </a:extLst>
                </a:gridCol>
                <a:gridCol w="3106000">
                  <a:extLst>
                    <a:ext uri="{9D8B030D-6E8A-4147-A177-3AD203B41FA5}">
                      <a16:colId xmlns:a16="http://schemas.microsoft.com/office/drawing/2014/main" val="41158840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413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Downtime Reduction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347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Energy Savings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063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Maintenance Efficiency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3117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Reliability Improvement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7173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555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57C4CA36-0A11-FCEC-2206-372F59386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DD0158DA-50F4-B4A4-9157-2E2555A8DB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Prototype Demonstration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D9B353FF-A4E1-43D1-8BCB-5E1CA92D9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84856"/>
            <a:ext cx="8520600" cy="28462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Prototype Components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Developed in Google </a:t>
            </a:r>
            <a:r>
              <a:rPr lang="en-IN" b="1" dirty="0" err="1">
                <a:solidFill>
                  <a:schemeClr val="bg1"/>
                </a:solidFill>
              </a:rPr>
              <a:t>Colab</a:t>
            </a:r>
            <a:r>
              <a:rPr lang="en-IN" b="1" dirty="0">
                <a:solidFill>
                  <a:schemeClr val="bg1"/>
                </a:solidFill>
              </a:rPr>
              <a:t> : 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 </a:t>
            </a:r>
            <a:r>
              <a:rPr lang="en-IN" b="1" dirty="0">
                <a:solidFill>
                  <a:srgbClr val="00B0F0"/>
                </a:solidFill>
              </a:rPr>
              <a:t>https://colab.research.google.com/drive/1amBi-7vYetPcRcPsRqU3094f-EQiM03J?usp=sharing</a:t>
            </a: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dirty="0">
                <a:solidFill>
                  <a:schemeClr val="bg1"/>
                </a:solidFill>
              </a:rPr>
              <a:t>Features:</a:t>
            </a:r>
          </a:p>
          <a:p>
            <a:r>
              <a:rPr lang="en-IN" dirty="0">
                <a:solidFill>
                  <a:schemeClr val="bg1"/>
                </a:solidFill>
              </a:rPr>
              <a:t>Sensor Data Simulation </a:t>
            </a:r>
          </a:p>
          <a:p>
            <a:r>
              <a:rPr lang="en-IN" dirty="0">
                <a:solidFill>
                  <a:schemeClr val="bg1"/>
                </a:solidFill>
              </a:rPr>
              <a:t>AI Failure Prediction </a:t>
            </a:r>
          </a:p>
          <a:p>
            <a:r>
              <a:rPr lang="en-IN" dirty="0">
                <a:solidFill>
                  <a:schemeClr val="bg1"/>
                </a:solidFill>
              </a:rPr>
              <a:t>Self-Healing Logic </a:t>
            </a:r>
          </a:p>
          <a:p>
            <a:r>
              <a:rPr lang="en-IN" dirty="0">
                <a:solidFill>
                  <a:schemeClr val="bg1"/>
                </a:solidFill>
              </a:rPr>
              <a:t>Sustainability Metrics Dashboard</a:t>
            </a: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930162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82CD815F-5C38-14F7-25DA-9C9E6B1F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02750E2D-5CA5-7D18-1DDB-C274968C99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Prototype Demonstration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CB5413D6-9EBB-35FD-2A4E-342C9CD591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84857"/>
            <a:ext cx="8520600" cy="22280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Sample Outputs: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Machine Health Score output 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Self-Healing Actions output 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Sustainability dashboard chart 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Final summary dashboard</a:t>
            </a: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587612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E983CED6-7460-92A7-8140-FE7D21283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1B1A56EA-73D0-6564-4971-0734AD6CAD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Prototype Demonstration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68C12D49-1AD9-29EC-5ADD-D1505CB656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84856"/>
            <a:ext cx="8520600" cy="8757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Sample Outputs: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                                                                      </a:t>
            </a:r>
            <a:r>
              <a:rPr lang="en-IN" b="1" dirty="0">
                <a:solidFill>
                  <a:srgbClr val="FFFF00"/>
                </a:solidFill>
              </a:rPr>
              <a:t>Machine health Score output</a:t>
            </a:r>
          </a:p>
          <a:p>
            <a:pPr marL="114300" indent="0">
              <a:buNone/>
            </a:pPr>
            <a:endParaRPr lang="en-IN" b="1" dirty="0">
              <a:solidFill>
                <a:srgbClr val="FFFF00"/>
              </a:solidFill>
            </a:endParaRPr>
          </a:p>
          <a:p>
            <a:pPr marL="114300" indent="0">
              <a:buNone/>
            </a:pPr>
            <a:endParaRPr lang="en-IN" b="1" dirty="0">
              <a:solidFill>
                <a:srgbClr val="FFFF00"/>
              </a:solidFill>
            </a:endParaRP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C74F46-8B9A-1418-DD5F-18ADC30CA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42" y="2221605"/>
            <a:ext cx="6244581" cy="27294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A7CF94-4655-F590-B84E-B00C9A28C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018" y="1687969"/>
            <a:ext cx="2263336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79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4FAA2736-5284-9ECA-DD75-ECC07090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E6FE387E-4154-1E03-BC66-833AEFAEEA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Prototype Demonstration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5D292BF3-DD64-A01D-FF6C-83C5CC86C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84857"/>
            <a:ext cx="8520600" cy="1648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Sample Outputs: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b="1" dirty="0">
              <a:solidFill>
                <a:srgbClr val="FFFF00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rgbClr val="FFFF00"/>
                </a:solidFill>
              </a:rPr>
              <a:t>                             Self-healing Action output</a:t>
            </a:r>
          </a:p>
          <a:p>
            <a:pPr marL="114300" indent="0">
              <a:buNone/>
            </a:pPr>
            <a:endParaRPr lang="en-IN" b="1" dirty="0">
              <a:solidFill>
                <a:srgbClr val="FFFF00"/>
              </a:solidFill>
            </a:endParaRP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8D83E4-A954-B23A-40AD-19C81A84D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730" y="2719971"/>
            <a:ext cx="2684193" cy="177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2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9927C5F1-C9D7-7067-664B-88846731B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6F6E789C-200B-BACE-024C-DA7F23FDC7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Prototype Demonstration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4EDBF285-F981-C0D7-0D9C-6801C093C1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84857"/>
            <a:ext cx="8520600" cy="1648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Sample Outputs: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rgbClr val="FFFF00"/>
                </a:solidFill>
              </a:rPr>
              <a:t>                                 Sustainability metrics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90EF94-7FCE-3FB9-F690-FE5368E79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372" y="2378567"/>
            <a:ext cx="4181864" cy="138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75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B38361C5-DE7B-DE68-640F-9C6F81AE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F8BF6422-C935-4582-F76E-0157C986B6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062"/>
            <a:ext cx="8520600" cy="9015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Prototype Demonstration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4006FC49-A060-577B-9436-8C43A76A94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830688"/>
            <a:ext cx="8520600" cy="8178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Sample Outputs: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rgbClr val="FFFF00"/>
                </a:solidFill>
              </a:rPr>
              <a:t>                                         Sustainability Dashboard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28E7D-1C27-1088-464D-793089E1A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02" y="2114945"/>
            <a:ext cx="3389776" cy="2383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BA2E97-6C63-E2BE-AF0A-10FA80198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465" y="1648496"/>
            <a:ext cx="5100033" cy="328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11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0068A2B0-08FC-9014-67EC-48D07BF82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C0892634-12D7-3FDA-76ED-24EF4B0EAA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Prototype Demonstration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EEC0165C-DD39-4CFB-9D8D-43B4E956F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92377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Sample Outputs: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rgbClr val="FFFF00"/>
                </a:solidFill>
              </a:rPr>
              <a:t>                                                                            Dashboard Summary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7BB6C-B1D1-3657-7016-011436120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70" y="1654935"/>
            <a:ext cx="4706436" cy="316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000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DC47ED9E-92CC-147F-C05A-2452E175E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CEB309E5-5494-A64F-6AB6-F9A22BEC8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Prototype Demonstration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B0050038-F500-C3E7-927C-544D43FCF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92377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Results: 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B0A92-11DA-F847-F7AA-979D28DAE4E9}"/>
              </a:ext>
            </a:extLst>
          </p:cNvPr>
          <p:cNvSpPr txBox="1"/>
          <p:nvPr/>
        </p:nvSpPr>
        <p:spPr>
          <a:xfrm>
            <a:off x="817808" y="1772335"/>
            <a:ext cx="60530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After predicting a critical failure risk, the self-healing decision engine automatically initiates recovery actions. In this case, the system recommends activating a backup machine, reducing machine load, and sending maintenance alerts. This autonomous response helps prevent downtime and ensures continuous manufacturing operations.</a:t>
            </a:r>
          </a:p>
        </p:txBody>
      </p:sp>
    </p:spTree>
    <p:extLst>
      <p:ext uri="{BB962C8B-B14F-4D97-AF65-F5344CB8AC3E}">
        <p14:creationId xmlns:p14="http://schemas.microsoft.com/office/powerpoint/2010/main" val="1561193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314A7381-FC68-1152-30EA-F488B88FC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4147C6D0-715A-BB59-1FFE-C67AF36907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6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Architecture Diagrams, Screenshots/Video Demo of Application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E81B2FE7-6A8E-9F1C-2822-53DF86922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2338425"/>
            <a:ext cx="8520600" cy="1222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IN" dirty="0">
                <a:solidFill>
                  <a:srgbClr val="00B0F0"/>
                </a:solidFill>
                <a:latin typeface="Figtree"/>
                <a:ea typeface="Figtree"/>
                <a:cs typeface="Figtree"/>
                <a:sym typeface="Figtre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https://colab.research.google.com/drive/1amBi-7vYetPcRcPsRqU3094f-EQiM03J?usp=sharing</a:t>
            </a:r>
            <a:endParaRPr lang="en-IN" dirty="0">
              <a:solidFill>
                <a:srgbClr val="00B0F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>
              <a:spcAft>
                <a:spcPts val="1200"/>
              </a:spcAft>
              <a:buNone/>
            </a:pPr>
            <a:endParaRPr dirty="0">
              <a:solidFill>
                <a:srgbClr val="00B0F0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2324181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C2B9E0C1-86DB-F250-2488-E325B4006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30A5FF49-27B7-D4EE-CF64-648941B26E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Innovation and Uniqueness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2C521C29-E2E5-BF73-941C-8593FFE835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84856"/>
            <a:ext cx="8520600" cy="224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bg1"/>
                </a:solidFill>
              </a:rPr>
              <a:t>Key Innovations</a:t>
            </a:r>
          </a:p>
          <a:p>
            <a:pPr marL="114300" indent="0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114300" indent="0">
              <a:buNone/>
            </a:pPr>
            <a:r>
              <a:rPr lang="en-IN" b="1" dirty="0">
                <a:solidFill>
                  <a:srgbClr val="FFFF00"/>
                </a:solidFill>
              </a:rPr>
              <a:t>Autonomous Self-Healing</a:t>
            </a:r>
          </a:p>
          <a:p>
            <a:pPr marL="114300" indent="0">
              <a:buNone/>
            </a:pPr>
            <a:r>
              <a:rPr lang="en-IN" dirty="0">
                <a:solidFill>
                  <a:schemeClr val="bg1"/>
                </a:solidFill>
              </a:rPr>
              <a:t>The system automatically responds to failures</a:t>
            </a:r>
            <a:r>
              <a:rPr lang="en-IN" dirty="0"/>
              <a:t>.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b="1" dirty="0">
                <a:solidFill>
                  <a:srgbClr val="FFFF00"/>
                </a:solidFill>
              </a:rPr>
              <a:t>Sustainability-Aware Manufacturing</a:t>
            </a:r>
          </a:p>
          <a:p>
            <a:pPr marL="114300" indent="0">
              <a:buNone/>
            </a:pPr>
            <a:r>
              <a:rPr lang="en-IN" dirty="0">
                <a:solidFill>
                  <a:schemeClr val="bg1"/>
                </a:solidFill>
              </a:rPr>
              <a:t>Reduces environmental impact</a:t>
            </a:r>
            <a:r>
              <a:rPr lang="en-IN" dirty="0"/>
              <a:t>.</a:t>
            </a:r>
          </a:p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2636191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7">
          <a:extLst>
            <a:ext uri="{FF2B5EF4-FFF2-40B4-BE49-F238E27FC236}">
              <a16:creationId xmlns:a16="http://schemas.microsoft.com/office/drawing/2014/main" id="{5013E16E-E1DA-67B0-41FF-FAB5F5D5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>
            <a:extLst>
              <a:ext uri="{FF2B5EF4-FFF2-40B4-BE49-F238E27FC236}">
                <a16:creationId xmlns:a16="http://schemas.microsoft.com/office/drawing/2014/main" id="{E31FA217-F726-0BA1-135A-D6C7DB3FEA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62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Future Enhancement- “Graph Kernels”</a:t>
            </a:r>
            <a:br>
              <a:rPr lang="en-IN" b="1" dirty="0"/>
            </a:br>
            <a:br>
              <a:rPr lang="en-IN" b="1" dirty="0"/>
            </a:b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9" name="Google Shape;79;p17">
            <a:extLst>
              <a:ext uri="{FF2B5EF4-FFF2-40B4-BE49-F238E27FC236}">
                <a16:creationId xmlns:a16="http://schemas.microsoft.com/office/drawing/2014/main" id="{B8E3C3AA-FF43-2961-6B0D-8135C5CE7A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84856"/>
            <a:ext cx="8520600" cy="22473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lvl="0" indent="0">
              <a:spcAft>
                <a:spcPts val="1200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The current prototype validates predictive maintenance, autonomous recovery, and sustainability analytics in a simulated manufacturing environment. Future versions will incorporate </a:t>
            </a:r>
            <a:r>
              <a:rPr lang="en-IN" dirty="0">
                <a:solidFill>
                  <a:srgbClr val="FFFF00"/>
                </a:solidFill>
              </a:rPr>
              <a:t>Temporal Perceptual Graph Kernels </a:t>
            </a:r>
            <a:r>
              <a:rPr lang="en-IN" dirty="0">
                <a:solidFill>
                  <a:schemeClr val="bg1"/>
                </a:solidFill>
              </a:rPr>
              <a:t>to model machine interaction networks and fault propagation for more intelligent self-healing decisions</a:t>
            </a:r>
            <a:endParaRPr dirty="0">
              <a:solidFill>
                <a:schemeClr val="bg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  <p:extLst>
      <p:ext uri="{BB962C8B-B14F-4D97-AF65-F5344CB8AC3E}">
        <p14:creationId xmlns:p14="http://schemas.microsoft.com/office/powerpoint/2010/main" val="683463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ARCHITECTURE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A51D3-2F87-18B9-F3AA-D0ACDA12B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92" y="1184856"/>
            <a:ext cx="6660943" cy="31733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142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Project outcome: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618030"/>
            <a:ext cx="8520600" cy="20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The self-healing optimization engine will integrate sustainability metrics directly into operational decision-making in terms of environmental impact, through dynamic process adjustments and energy-aware control strategies, the project aims to achieve a 15–25% reduction in energy consumption, a 10–20% reduction in material waste, and up to 18% reduction in CO₂ emissions compared to baseline operations. Result outcomes directly contribute to climate neutrality objectives and the transition toward circular and resource-efficient manufacturing systems.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Advantages:</a:t>
            </a:r>
            <a:endParaRPr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5E752-5F26-27D1-A0B3-5FC5A3E7B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808" y="1017725"/>
            <a:ext cx="6683319" cy="384843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B0000"/>
            </a:gs>
            <a:gs pos="48000">
              <a:srgbClr val="980202"/>
            </a:gs>
            <a:gs pos="100000">
              <a:srgbClr val="540303"/>
            </a:gs>
          </a:gsLst>
          <a:lin ang="5400012" scaled="0"/>
        </a:gra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THANK YOU</a:t>
            </a:r>
            <a:endParaRPr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630</Words>
  <Application>Microsoft Office PowerPoint</Application>
  <PresentationFormat>On-screen Show (16:9)</PresentationFormat>
  <Paragraphs>170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Figtree</vt:lpstr>
      <vt:lpstr>Simple Light</vt:lpstr>
      <vt:lpstr>ET AutoTech Hackathon 2026</vt:lpstr>
      <vt:lpstr>AI-Driven Self-Healing Manufacturing Systems for Sustainable Production</vt:lpstr>
      <vt:lpstr>AI-Driven Self-Healing Manufacturing Systems for Sustainable Production</vt:lpstr>
      <vt:lpstr>AI-Driven Self-Healing Manufacturing Systems for Sustainable Production</vt:lpstr>
      <vt:lpstr>AI-Driven Self-Healing Manufacturing Systems for Sustainable Production</vt:lpstr>
      <vt:lpstr>Work flow diagram</vt:lpstr>
      <vt:lpstr>Work flow diagram</vt:lpstr>
      <vt:lpstr>Self-Healing Mechanism</vt:lpstr>
      <vt:lpstr>Sustainability Module </vt:lpstr>
      <vt:lpstr>Prototype Demonstration  </vt:lpstr>
      <vt:lpstr>Prototype Demonstration  </vt:lpstr>
      <vt:lpstr>Prototype Demonstration  </vt:lpstr>
      <vt:lpstr>Prototype Demonstration  </vt:lpstr>
      <vt:lpstr>Prototype Demonstration  </vt:lpstr>
      <vt:lpstr>Prototype Demonstration  </vt:lpstr>
      <vt:lpstr>Prototype Demonstration  </vt:lpstr>
      <vt:lpstr>Prototype Demonstration  </vt:lpstr>
      <vt:lpstr>Architecture Diagrams, Screenshots/Video Demo of Application</vt:lpstr>
      <vt:lpstr>Innovation and Uniqueness  </vt:lpstr>
      <vt:lpstr>Future Enhancement- “Graph Kernels”  </vt:lpstr>
      <vt:lpstr>ARCHITECTURE</vt:lpstr>
      <vt:lpstr>Project outcome:</vt:lpstr>
      <vt:lpstr>Advantages: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sriram s</dc:creator>
  <cp:lastModifiedBy>sriram s</cp:lastModifiedBy>
  <cp:revision>6</cp:revision>
  <dcterms:modified xsi:type="dcterms:W3CDTF">2026-06-04T16:40:12Z</dcterms:modified>
</cp:coreProperties>
</file>